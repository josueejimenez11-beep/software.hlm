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Presentacion del Sistema de Estudio. Es una aplicacion de escritorio escrita en Python con Tkinter que permite a un estudiante registrar sus materias, armar su horario y calcular sus promedios, guardando todo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programa nace de un problema real: la informacion del semestre esta dispersa. Aqui se centraliza. No necesita instalar librerias externas y guarda todo en tres archivos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menu principal da acceso a cuatro modulos. Todos heredan de una misma ventana base, por eso se ven identicos y el usuario no tiene que reaprender la navegacion en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1. La captura muestra cinco materias ya registradas. A la izquierda el formulario, a la derecha la tabla. Abajo un resumen con el total de materias y de docentes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2. En la captura hay seis bloques de clase. Abajo se ve la distribucion semanal: el lunes acumula cuatro horas y el resto de dias dos. El contador de cruces detectados marca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3. Se ingresan las notas separadas por comas. El programa calcula promedio, nota mayor, nota menor y cantidad, ordena las notas de mayor a menor y dice si el estudiante aprueba. El promedio se puede guardar asociado a una materia.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no es un lenguaje de programacion, es un formato para guardar datos. El programa nunca se cae por un archivo faltante o danado: lo crea de nuevo o avisa y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Dividir el codigo por responsabilidades permite encontrar cualquier detalle sin recorrer todo el programa. Si hay que cambiar un color, se abre configuracion.py y nada 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que Tkinter: porque viene incluida en Python, asi el programa corre en cualquier computadora sin instalar nada extra. Pillow es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Recordar que el programa se ejecuta con python study_control.py y que toda la informacion queda guardada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481328"/>
            <a:ext cx="2194560" cy="2194560"/>
          </a:xfrm>
          <a:prstGeom prst="roundRect">
            <a:avLst>
              <a:gd name="adj" fmla="val 7500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sp>
      <p:pic>
        <p:nvPicPr>
          <p:cNvPr id="3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81328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20440" y="1572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CATOLICA DEL ECUADOR  ·  SEDE AMBATO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3474720" y="18745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Estudio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3520440" y="27889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 de escritorio para organizar el semestre: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materias, horario de clases y promedios en un solo lugar.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42245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Steveen Culquicondor   ·   Angel Nunez   ·   Ricardo Garrido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45537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Catedra de Fundamentos de Programacion   ·   Python 3 con Tkinter   ·   Version 1.0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que resuelve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estudiante universitario maneja su semestre repartido en pedazos: </a:t>
            </a:r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materias en un cuaderno, el horario en una foto del celular y las notas en una hoja suelta.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Estudio reune las tres cosas en un solo programa, las guarda solo y las vuelve a cargar cada vez que se abre.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041648"/>
            <a:ext cx="1691640" cy="1783080"/>
          </a:xfrm>
          <a:prstGeom prst="roundRect">
            <a:avLst>
              <a:gd name="adj" fmla="val 648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22452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modulos en un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programa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514600" y="4041648"/>
            <a:ext cx="1691640" cy="1783080"/>
          </a:xfrm>
          <a:prstGeom prst="roundRect">
            <a:avLst>
              <a:gd name="adj" fmla="val 648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422452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514600" y="5029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JSON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guardado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4041648"/>
            <a:ext cx="1691640" cy="1783080"/>
          </a:xfrm>
          <a:prstGeom prst="roundRect">
            <a:avLst>
              <a:gd name="adj" fmla="val 648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422452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389120" y="5029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librerias que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instalar</a:t>
            </a:r>
            <a:endParaRPr lang="en-US" sz="1150" dirty="0"/>
          </a:p>
        </p:txBody>
      </p:sp>
      <p:pic>
        <p:nvPicPr>
          <p:cNvPr id="15" name="Image 0" descr="/tmp/claude-0/-home-user-Software-HLM/9626bf06-2016-58b5-a6e3-247e34a42767/scratchpad/imgs_rec/01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00200"/>
            <a:ext cx="5166360" cy="32918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pic>
      <p:sp>
        <p:nvSpPr>
          <p:cNvPr id="16" name="Text 13"/>
          <p:cNvSpPr/>
          <p:nvPr/>
        </p:nvSpPr>
        <p:spPr>
          <a:xfrm>
            <a:off x="6355080" y="498348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principal del sistema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modulos, un solo menu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883664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72768" y="18470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Materias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72768" y="21945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Asignaturas del semestre con su docente, aula y horario.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27632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883664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04888" y="18470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Semanal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04888" y="21945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 clase por dia, con deteccion de cruces.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3456432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341985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Promedios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72768" y="376732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Promedio, nota mayor, menor y calificacion literal.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20040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456432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808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04888" y="341985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Informacion del Sistema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04888" y="376732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proyecto, autores y version.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10927080" cy="841248"/>
          </a:xfrm>
          <a:prstGeom prst="roundRect">
            <a:avLst>
              <a:gd name="adj" fmla="val 10870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04748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comparten el mismo diseno: barra institucional con el logo, titulo del modulo, area de trabajo y boton REGRESAR AL MENU.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Materias</a:t>
            </a:r>
            <a:endParaRPr lang="en-US" sz="3600" dirty="0"/>
          </a:p>
        </p:txBody>
      </p:sp>
      <p:pic>
        <p:nvPicPr>
          <p:cNvPr id="4" name="Image 0" descr="/tmp/claude-0/-home-user-Software-HLM/9626bf06-2016-58b5-a6e3-247e34a42767/scratchpad/imgs_rec/02_mater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6949440" cy="4425696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955280" y="169164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955280" y="1691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95360" y="1709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guiado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595360" y="200253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materia se escoge de una lista fija, para que el nombre se escriba siempre igual.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955280" y="274320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2743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95360" y="27614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operaciones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595360" y="305409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Guardar, editar, eliminar y limpiar, con confirmacion antes de borrar.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955280" y="379476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3813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duplicados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595360" y="410565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avisa si la asignatura ya estaba registrada.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55280" y="484632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5953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inmediato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595360" y="51572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se escribe en materias.json al instante.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Horario Semanal</a:t>
            </a:r>
            <a:endParaRPr lang="en-US" sz="3600" dirty="0"/>
          </a:p>
        </p:txBody>
      </p:sp>
      <p:pic>
        <p:nvPicPr>
          <p:cNvPr id="4" name="Image 0" descr="/tmp/claude-0/-home-user-Software-HLM/9626bf06-2016-58b5-a6e3-247e34a42767/scratchpad/imgs_rec/03_hor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572768"/>
            <a:ext cx="6949440" cy="4425696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178308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28016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cruces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80160" y="20939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bloque nuevo choca con otro ya registrado, el programa lo advierte antes de guardar.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154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80160" y="3172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en formato 24h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280160" y="34655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validan las horas escritas y se calcula sola la duracion de cada clase.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4526280"/>
            <a:ext cx="475488" cy="47548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4526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80160" y="4544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 semanal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280160" y="48371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grafico de barras muestra cuantas horas de clase tiene cada dia.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Calculadora de Promedios</a:t>
            </a:r>
            <a:endParaRPr lang="en-US" sz="3600" dirty="0"/>
          </a:p>
        </p:txBody>
      </p:sp>
      <p:pic>
        <p:nvPicPr>
          <p:cNvPr id="4" name="Image 0" descr="/tmp/claude-0/-home-user-Software-HLM/9626bf06-2016-58b5-a6e3-247e34a42767/scratchpad/imgs_rec/04_promed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6949440" cy="4425696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7955280" y="1627632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escriben las notas separadas por comas y el programa entrega cuatro resultados y la calificacion literal.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955280" y="23957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CALIFICACION  (0 a 50)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955280" y="2724912"/>
            <a:ext cx="3703320" cy="475488"/>
          </a:xfrm>
          <a:prstGeom prst="roundRect">
            <a:avLst>
              <a:gd name="adj" fmla="val 13462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27249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41 - 50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87968" y="272491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281160" y="272491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955280" y="3291840"/>
            <a:ext cx="3703320" cy="475488"/>
          </a:xfrm>
          <a:prstGeom prst="roundRect">
            <a:avLst>
              <a:gd name="adj" fmla="val 13462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92440" y="32918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31 - 40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887968" y="32918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281160" y="32918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955280" y="3858768"/>
            <a:ext cx="3703320" cy="475488"/>
          </a:xfrm>
          <a:prstGeom prst="roundRect">
            <a:avLst>
              <a:gd name="adj" fmla="val 13462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92440" y="385876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887968" y="38587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281160" y="38587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Aprobado, estudia mas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955280" y="4425696"/>
            <a:ext cx="3703320" cy="475488"/>
          </a:xfrm>
          <a:prstGeom prst="roundRect">
            <a:avLst>
              <a:gd name="adj" fmla="val 13462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92440" y="442569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0 - 29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87968" y="44256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81160" y="442569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Reprueba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955280" y="513892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la captura:  42, 38, 45, 40, 47  -&gt;  promedio 42.40  -&gt;  calificacion A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 guarda la informacion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usuario registra se escribe automaticamente en tres archivos JSON que viven junto al programa. No hace falta pulsar ningun boton de guardar al salir, y al abrir de nuevo la aplicacion la informacion vuelve a cargarse sola.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456432" cy="1874520"/>
          </a:xfrm>
          <a:prstGeom prst="roundRect">
            <a:avLst>
              <a:gd name="adj" fmla="val 585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8163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materias.json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2186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Asignaturas del semestre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354787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docente, aula y horario de cada una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56432" cy="1874520"/>
          </a:xfrm>
          <a:prstGeom prst="roundRect">
            <a:avLst>
              <a:gd name="adj" fmla="val 585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28163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horario.json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26864" y="32186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 clase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26864" y="354787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dia, hora de inicio, hora de fin y docente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2606040"/>
            <a:ext cx="3456432" cy="1874520"/>
          </a:xfrm>
          <a:prstGeom prst="roundRect">
            <a:avLst>
              <a:gd name="adj" fmla="val 5854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7616" y="28163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notas.json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7616" y="32186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Promedios guardados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57616" y="354787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promedio, letra, estado y fecha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709160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95604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archivo no existe, el programa lo crea vacio al arrancar. Si esta danado, avisa por consola y sigue funcionando en lugar de cerrarse.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organizado el codigo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esta repartido en nueve archivos, uno por responsabilidad. Cada archivo solo usa a los que estan por encima suyo, de modo que la dependencia va siempre en un sentido y nunca en circulo.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3436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5478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lineas de codigo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total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00400" y="29260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200400" y="35478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y clases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arranca unicamente desde study_control.py. Los otros ocho son piezas y por si solas no abren ninguna ventana.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15544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configuracion.py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95360" y="1554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Colores, medidas, rutas y escala de notas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2039112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203911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utilidades.py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0" y="203911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Tipografias, validaciones y calculos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92240" y="2523744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56832" y="252374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datos.py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0" y="252374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escritura de los archivos JSON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92240" y="3008376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30083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interfaz.py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0" y="300837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Estilos, botones, tablas, logo y ventana base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3493008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modulo_materias.py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0" y="34930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1 - Registro de materias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92240" y="3977640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39776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modulo_horario.py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595360" y="3977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2 - Horario semanal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4462272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56832" y="446227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modulo_promedios.py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595360" y="446227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3 - Calculadora de promedios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92240" y="4946904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494690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modulo_informacion.py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595360" y="494690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4 - Informacion del sistema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92240" y="5431536"/>
            <a:ext cx="5029200" cy="411480"/>
          </a:xfrm>
          <a:prstGeom prst="roundRect">
            <a:avLst>
              <a:gd name="adj" fmla="val 15556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6832" y="543153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study_control.py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595360" y="543153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principal y arranque del programa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utilizadas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98448" y="162763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1627632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y el interprete que ejecuta el programa.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14016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98448" y="24140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y ttk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34840" y="2414016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Libreria grafica incluida en Python: dibuja ventanas, botones y tablas.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00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98448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json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3200400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y recupera la informacion en los archivos de datos.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86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3986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34840" y="3986784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donde se escribe y se ejecuta el proyecto.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773168"/>
            <a:ext cx="475488" cy="475488"/>
          </a:xfrm>
          <a:prstGeom prst="ellipse">
            <a:avLst/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98448" y="47731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GitHub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34840" y="4773168"/>
            <a:ext cx="4343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 y respaldo del codigo.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52560" y="1627632"/>
            <a:ext cx="2487168" cy="3108960"/>
          </a:xfrm>
          <a:prstGeom prst="roundRect">
            <a:avLst>
              <a:gd name="adj" fmla="val 4412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965960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26" name="Text 24"/>
          <p:cNvSpPr/>
          <p:nvPr/>
        </p:nvSpPr>
        <p:spPr>
          <a:xfrm>
            <a:off x="9052560" y="278892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librerias externas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235440" y="3429000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cualquier computador que tenga Python, sin internet y sin instalar nada mas.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es la unica libreria externa y es opcional: mejora la nitidez del logo, pero sin ella el programa funciona igual.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semestre completo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 solo programa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288950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788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modulos con un mismo diseno y una navegacion clara.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45643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35584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automatico en archivos JSON, sin perder informacion.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023360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3922776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Codigo dividido en nueve archivos, uno por responsabilidad.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5902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48970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con Python en cualquier computador, sin internet.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75320" y="1188720"/>
            <a:ext cx="3108960" cy="3108960"/>
          </a:xfrm>
          <a:prstGeom prst="roundRect">
            <a:avLst>
              <a:gd name="adj" fmla="val 6471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152400" dist="38100" dir="5400000">
              <a:srgbClr val="0A1628">
                <a:alpha val="22000"/>
              </a:srgbClr>
            </a:outerShdw>
          </a:effectLst>
        </p:spPr>
      </p:sp>
      <p:pic>
        <p:nvPicPr>
          <p:cNvPr id="13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188720"/>
            <a:ext cx="3108960" cy="31089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75320" y="4572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study_control.py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724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Steveen Culquicondor  ·  Angel Nunez  ·  Ricardo Garrido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858000" y="580644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Programacion  ·  PUCE Ambato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Estudio - PUCE Ambato</dc:title>
  <dc:subject>PptxGenJS Presentation</dc:subject>
  <dc:creator>Steveen Culquicondor - Angel Nunez - Ricardo Garrido</dc:creator>
  <cp:lastModifiedBy>Steveen Culquicondor - Angel Nunez - Ricardo Garrido</cp:lastModifiedBy>
  <cp:revision>1</cp:revision>
  <dcterms:created xsi:type="dcterms:W3CDTF">2026-08-13T19:31:19Z</dcterms:created>
  <dcterms:modified xsi:type="dcterms:W3CDTF">2026-08-13T19:31:19Z</dcterms:modified>
</cp:coreProperties>
</file>